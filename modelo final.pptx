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handoutMasterIdLst>
    <p:handoutMasterId r:id="rId5"/>
  </p:handoutMasterIdLst>
  <p:sldIdLst>
    <p:sldId id="400" r:id="rId2"/>
    <p:sldId id="403" r:id="rId3"/>
  </p:sldIdLst>
  <p:sldSz cx="33413700" cy="23622000"/>
  <p:notesSz cx="6858000" cy="9144000"/>
  <p:embeddedFontLst>
    <p:embeddedFont>
      <p:font typeface="Montserrat" panose="020B0604020202020204" charset="0"/>
      <p:regular r:id="rId6"/>
      <p:bold r:id="rId7"/>
      <p:italic r:id="rId8"/>
      <p:boldItalic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Montserrat SemiBold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2" d="100"/>
          <a:sy n="32" d="100"/>
        </p:scale>
        <p:origin x="1398" y="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handoutMaster" Target="handoutMasters/handout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45DF35-9119-4FEB-911E-B9EBE7AA0AF6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1AC05C-93B5-4812-9912-FDA5A5EE9D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5824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1447133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7970067" y="7700537"/>
            <a:ext cx="17640600" cy="101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5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Gustavo </a:t>
            </a:r>
            <a:endParaRPr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802818" y="11282255"/>
            <a:ext cx="21975097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88"/>
              </a:lnSpc>
            </a:pPr>
            <a:r>
              <a:rPr lang="pt-B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Sobre </a:t>
            </a:r>
          </a:p>
          <a:p>
            <a:pPr algn="ctr">
              <a:lnSpc>
                <a:spcPct val="139988"/>
              </a:lnSpc>
            </a:pP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6296211" y="14634995"/>
            <a:ext cx="5264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07/08/2026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2173529" y="14660478"/>
            <a:ext cx="5264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Mossoró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8258503" y="14660478"/>
            <a:ext cx="9091444" cy="467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latin typeface="Montserrat"/>
                <a:ea typeface="Montserrat"/>
                <a:cs typeface="Montserrat"/>
                <a:sym typeface="Montserrat"/>
              </a:rPr>
              <a:t>Ecoclinic</a:t>
            </a:r>
          </a:p>
        </p:txBody>
      </p:sp>
      <p:sp>
        <p:nvSpPr>
          <p:cNvPr id="91" name="Google Shape;91;p13"/>
          <p:cNvSpPr txBox="1"/>
          <p:nvPr/>
        </p:nvSpPr>
        <p:spPr>
          <a:xfrm>
            <a:off x="6676291" y="19348444"/>
            <a:ext cx="8728811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Gustavo </a:t>
            </a:r>
            <a:b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</a:br>
            <a:r>
              <a:rPr lang="en-US" sz="3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CPF:</a:t>
            </a:r>
            <a:r>
              <a:rPr lang="en-US" sz="3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11415174423</a:t>
            </a:r>
            <a:endParaRPr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Google Shape;91;p13"/>
          <p:cNvSpPr txBox="1"/>
          <p:nvPr/>
        </p:nvSpPr>
        <p:spPr>
          <a:xfrm>
            <a:off x="18258503" y="19672909"/>
            <a:ext cx="8728811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39918"/>
              </a:lnSpc>
            </a:pPr>
            <a:r>
              <a:rPr lang="pt-BR" sz="3200" b="1" dirty="0"/>
              <a:t>Nome do Instrutor</a:t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/>
            </a:r>
            <a:b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</a:br>
            <a:endParaRPr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343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/>
        </p:nvSpPr>
        <p:spPr>
          <a:xfrm>
            <a:off x="6200754" y="15729547"/>
            <a:ext cx="8133600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2A373F"/>
                </a:solidFill>
              </a:rPr>
              <a:t>Adeylton</a:t>
            </a:r>
            <a:r>
              <a:rPr lang="en-US" sz="3600" b="1" i="0" u="none" strike="noStrike" cap="none" dirty="0">
                <a:solidFill>
                  <a:srgbClr val="2A373F"/>
                </a:solidFill>
              </a:rPr>
              <a:t> da Silva </a:t>
            </a:r>
            <a:r>
              <a:rPr lang="en-US" sz="3600" b="1" i="0" u="none" strike="noStrike" cap="none" dirty="0" err="1">
                <a:solidFill>
                  <a:srgbClr val="2A373F"/>
                </a:solidFill>
              </a:rPr>
              <a:t>Araújo</a:t>
            </a:r>
            <a:endParaRPr sz="3600" b="1" dirty="0"/>
          </a:p>
          <a:p>
            <a:pPr marL="0" marR="0" lvl="0" indent="0" algn="l" rtl="0">
              <a:lnSpc>
                <a:spcPct val="1400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Técnico em Segurança do Trabalho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  </a:t>
            </a:r>
            <a:endParaRPr sz="3200" b="1" dirty="0">
              <a:solidFill>
                <a:srgbClr val="00B05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40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4949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SRTE N° 0009823/RN</a:t>
            </a:r>
            <a:endParaRPr sz="3200" dirty="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4356158" y="7850479"/>
            <a:ext cx="11100151" cy="493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pt-BR" sz="3200" b="1" dirty="0">
                <a:latin typeface="Montserrat"/>
                <a:ea typeface="Montserrat"/>
                <a:cs typeface="Montserrat"/>
                <a:sym typeface="Montserrat"/>
              </a:rPr>
              <a:t>Treinamento de NR - 06</a:t>
            </a:r>
          </a:p>
        </p:txBody>
      </p:sp>
      <p:sp>
        <p:nvSpPr>
          <p:cNvPr id="100" name="Google Shape;100;p14"/>
          <p:cNvSpPr txBox="1"/>
          <p:nvPr/>
        </p:nvSpPr>
        <p:spPr>
          <a:xfrm>
            <a:off x="4865531" y="8859736"/>
            <a:ext cx="10590779" cy="455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latin typeface="Montserrat"/>
                <a:ea typeface="Montserrat"/>
                <a:cs typeface="Montserrat"/>
                <a:sym typeface="Montserrat"/>
              </a:rPr>
              <a:t>Ecoclinic</a:t>
            </a:r>
          </a:p>
        </p:txBody>
      </p:sp>
      <p:sp>
        <p:nvSpPr>
          <p:cNvPr id="101" name="Google Shape;101;p14"/>
          <p:cNvSpPr txBox="1"/>
          <p:nvPr/>
        </p:nvSpPr>
        <p:spPr>
          <a:xfrm>
            <a:off x="4251157" y="9652955"/>
            <a:ext cx="7295777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Mossoró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4652522" y="10351431"/>
            <a:ext cx="5051918" cy="629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07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/08/2026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731962" y="11339337"/>
            <a:ext cx="14529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 hora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5427406" y="12017266"/>
            <a:ext cx="10028904" cy="725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Gustavo </a:t>
            </a:r>
          </a:p>
        </p:txBody>
      </p:sp>
      <p:sp>
        <p:nvSpPr>
          <p:cNvPr id="105" name="Google Shape;105;p14"/>
          <p:cNvSpPr txBox="1"/>
          <p:nvPr/>
        </p:nvSpPr>
        <p:spPr>
          <a:xfrm>
            <a:off x="4042635" y="12988690"/>
            <a:ext cx="9319403" cy="373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11415174423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xmlns="" id="{31A90F8C-A50F-56F6-6B1F-D67AFB17A276}"/>
              </a:ext>
            </a:extLst>
          </p:cNvPr>
          <p:cNvSpPr txBox="1"/>
          <p:nvPr/>
        </p:nvSpPr>
        <p:spPr>
          <a:xfrm>
            <a:off x="17409186" y="7643901"/>
            <a:ext cx="13680413" cy="61863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altLang="ko-KR" sz="3600" b="1" dirty="0">
                <a:cs typeface="Arial" panose="020B0604020202020204" pitchFamily="34" charset="0"/>
              </a:rPr>
              <a:t>a) descrição do equipamento e seus componentes;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b) risco ocupacional contra o qual o EPI oferece proteção;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c) restrições e limitações de proteção;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d) forma adequada de uso e ajuste;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e) manutenção e substituição; e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f) cuidados de limpeza, higienização, guarda e conservação.</a:t>
            </a:r>
          </a:p>
        </p:txBody>
      </p:sp>
    </p:spTree>
    <p:extLst>
      <p:ext uri="{BB962C8B-B14F-4D97-AF65-F5344CB8AC3E}">
        <p14:creationId xmlns:p14="http://schemas.microsoft.com/office/powerpoint/2010/main" val="2193745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91</Words>
  <Application>Microsoft Office PowerPoint</Application>
  <PresentationFormat>Personalizar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8" baseType="lpstr">
      <vt:lpstr>Montserrat</vt:lpstr>
      <vt:lpstr>Calibri</vt:lpstr>
      <vt:lpstr>Montserrat SemiBold</vt:lpstr>
      <vt:lpstr>Arial</vt:lpstr>
      <vt:lpstr>Wingdings</vt:lpstr>
      <vt:lpstr>Office Theme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Cliente</dc:creator>
  <cp:lastModifiedBy>Ecoclinic</cp:lastModifiedBy>
  <cp:revision>23</cp:revision>
  <dcterms:modified xsi:type="dcterms:W3CDTF">2026-08-07T19:07:41Z</dcterms:modified>
</cp:coreProperties>
</file>