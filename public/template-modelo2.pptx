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TextBox 10"/>
          <p:cNvSpPr txBox="1"/>
          <p:nvPr/>
        </p:nvSpPr>
        <p:spPr>
          <a:xfrm>
            <a:off x="5440680" y="598932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rial"/>
              </a:defRPr>
            </a:pPr>
            <a:r>
              <a:t>ALUNO</a:t>
            </a:r>
            <a:br/>
            <a:r>
              <a:t>{{NOME_ALUNO}}</a:t>
            </a:r>
          </a:p>
        </p:txBody>
      </p:sp>
      <p:pic>
        <p:nvPicPr>
          <p:cNvPr id="12" name="Picture 11" descr="m2_sig_ei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5440680"/>
            <a:ext cx="11887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43800" y="598932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E293B"/>
                </a:solidFill>
                <a:latin typeface="Arial"/>
              </a:defRPr>
            </a:pPr>
            <a:r>
              <a:t>INSTRUTOR</a:t>
            </a:r>
            <a:br/>
            <a:r>
              <a:t>{{INSTRUTOR}}</a:t>
            </a:r>
            <a:br/>
            <a:r>
              <a:t>{{REGISTRO_INSTRUTOR}}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2_verso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777240"/>
            <a:ext cx="8494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  <a:latin typeface="Arial"/>
              </a:defRPr>
            </a:pPr>
            <a:r>
              <a:t>Programa: {{CURSO}}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Carga horária: {{CARGA_HORARIA}}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900">
                <a:solidFill>
                  <a:srgbClr val="0F172A"/>
                </a:solidFill>
                <a:latin typeface="Arial"/>
              </a:defRPr>
            </a:pPr>
            <a:r>
              <a:t>{{CONTEUDO_COL1}}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0020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900">
                <a:solidFill>
                  <a:srgbClr val="0F172A"/>
                </a:solidFill>
                <a:latin typeface="Arial"/>
              </a:defRPr>
            </a:pPr>
            <a:r>
              <a:t>{{CONTEUDO_COL2}}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309360"/>
            <a:ext cx="8494776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Arial"/>
              </a:defRPr>
            </a:pPr>
            <a:r>
              <a:t>ECOSAFETY</a:t>
            </a:r>
            <a:br/>
            <a:r>
              <a:t>CNPJ 50.710.500/0001-95</a:t>
            </a:r>
            <a:br/>
            <a:r>
              <a:t>ESSE TREINAMENTO TEM VALIDADE DE {{VALIDADE}}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