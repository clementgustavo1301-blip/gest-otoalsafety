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1_frent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pic>
        <p:nvPicPr>
          <p:cNvPr id="3" name="Picture 2" descr="m1_header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02920"/>
            <a:ext cx="8586216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514600"/>
            <a:ext cx="8494776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Arial"/>
              </a:rPr>
              <a:t>A ECOSAFETY certifica que: </a:t>
            </a:r>
            <a:r>
              <a:rPr sz="1350" b="1">
                <a:solidFill>
                  <a:srgbClr val="000000"/>
                </a:solidFill>
                <a:latin typeface="Arial"/>
              </a:rPr>
              <a:t>{{NOME_ALUNO}}</a:t>
            </a:r>
            <a:r>
              <a:rPr sz="1350">
                <a:latin typeface="Arial"/>
              </a:rPr>
              <a:t>. Portador do CPF: </a:t>
            </a:r>
            <a:r>
              <a:rPr sz="1350" b="1">
                <a:latin typeface="Arial"/>
              </a:rPr>
              <a:t>{{CPF}}</a:t>
            </a:r>
            <a:r>
              <a:rPr sz="1350">
                <a:latin typeface="Arial"/>
              </a:rPr>
              <a:t>, completou com aprovação no período de {{DATA}} na cidade de {{LOCAL}}, o treinamento de </a:t>
            </a:r>
            <a:r>
              <a:rPr sz="1350" b="1">
                <a:latin typeface="Arial"/>
              </a:rPr>
              <a:t>{{CURSO}}</a:t>
            </a:r>
            <a:r>
              <a:rPr sz="1350">
                <a:latin typeface="Arial"/>
              </a:rPr>
              <a:t>. {{DESCRICAO}}
{{LOCAL}}, Brasil, {{DATA}}.</a:t>
            </a:r>
          </a:p>
        </p:txBody>
      </p:sp>
      <p:pic>
        <p:nvPicPr>
          <p:cNvPr id="5" name="Picture 4" descr="m1_sig_resp_tecn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5532120"/>
            <a:ext cx="146304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61264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4C1D95"/>
                </a:solidFill>
                <a:latin typeface="Arial"/>
              </a:defRPr>
            </a:pPr>
            <a:r>
              <a:t>RESPONSAVEL TÉCNICO</a:t>
            </a:r>
            <a:br/>
            <a:r>
              <a:t>Eider Gomes do Nascimento</a:t>
            </a:r>
            <a:br/>
            <a:r>
              <a:t>Registro: MTE0009995/RN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61264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ALUNO:</a:t>
            </a:r>
            <a:br/>
            <a:r>
              <a:t>{{NOME_ALUNO}}</a:t>
            </a:r>
          </a:p>
        </p:txBody>
      </p:sp>
      <p:pic>
        <p:nvPicPr>
          <p:cNvPr id="8" name="Picture 7" descr="m1_sig_instru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5532120"/>
            <a:ext cx="146304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61264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4C1D95"/>
                </a:solidFill>
                <a:latin typeface="Arial"/>
              </a:defRPr>
            </a:pPr>
            <a:r>
              <a:t>INSTRUTOR:</a:t>
            </a:r>
            <a:br/>
            <a:r>
              <a:t>{{INSTRUTOR}}</a:t>
            </a:r>
            <a:br/>
            <a:r>
              <a:t>Registro: {{REGISTRO_INSTRUTOR}}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1_frent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777240"/>
            <a:ext cx="8494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Arial"/>
              </a:defRPr>
            </a:pPr>
            <a:r>
              <a:t>Programa: {{CURSO}}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Carga horária: {{CARGA_HORARIA}}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849477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950">
                <a:solidFill>
                  <a:srgbClr val="000000"/>
                </a:solidFill>
                <a:latin typeface="Arial"/>
              </a:defRPr>
            </a:pPr>
            <a:r>
              <a:t>{{CONTEUDO}}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309360"/>
            <a:ext cx="8494776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Arial"/>
              </a:defRPr>
            </a:pPr>
            <a:r>
              <a:t>ECOSAFETY</a:t>
            </a:r>
            <a:br/>
            <a:r>
              <a:t>CNPJ 50.710.500/0001-95</a:t>
            </a:r>
            <a:br/>
            <a:r>
              <a:t>ESSE TREINAMENTO TEM VALIDADE DE {{VALIDADE}}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