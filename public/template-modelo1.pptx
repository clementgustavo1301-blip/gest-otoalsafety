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 Image --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!-- Transparent Header Banner (rId3) -->
      <p:pic>
        <p:nvPicPr>
          <p:cNvPr id="3" name="Header Transpar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0000"/>
            <a:ext cx="8586216" cy="1200000"/>
          </a:xfrm>
          <a:prstGeom prst="rect">
            <a:avLst/>
          </a:prstGeom>
        </p:spPr>
      </p:pic>
      <!-- Justified Narrative Paragraph (Roboto #000000) -->
      <p:sp>
        <p:nvSpPr>
          <p:cNvPr id="4" name="Corpo Certificado"/>
          <p:cNvSpPr txBox="1"/>
          <p:nvPr/>
        </p:nvSpPr>
        <p:spPr>
          <a:xfrm>
            <a:off x="1200000" y="1750000"/>
            <a:ext cx="8289336" cy="3450000"/>
          </a:xfrm>
          <a:prstGeom prst="rect">
            <a:avLst/>
          </a:prstGeom>
          <a:noFill/>
        </p:spPr>
        <p:txBody>
          <a:bodyPr vert="horz" lIns="0" tIns="0" rIns="0" bIns="0" anchor="ctr"/>
          <a:lstStyle/>
          <!-- 1. SUBTITULO: Roboto Regular #374151 -->
          <a:p>
            <a:pPr algn="ctr"/>
            <a:r>
              <a:rPr lang="pt-BR" sz="1350" b="0">
                <a:solidFill>
                  <a:srgbClr val="374151"/>
                </a:solidFill>
                <a:latin typeface="Roboto"/>
              </a:rPr>
              <a:t>A ECOSAFETY certifica que:</a:t>
            </a:r>
          </a:p>
          <!-- 2. NOME DO ALUNO: Roboto Bold #64268A -->
          <a:p>
            <a:pPr algn="ctr">
              <a:spcBfr>
                <a:spcPts val="500"/>
              </a:spcBfr>
            </a:pPr>
            <a:r>
              <a:rPr lang="pt-BR" sz="2200" b="1" spc="50">
                <a:solidFill>
                  <a:srgbClr val="64268A"/>
                </a:solidFill>
                <a:latin typeface="Roboto"/>
              </a:rPr>
              <a:t>{{NOME_ALUNO}}</a:t>
            </a:r>
          </a:p>
          <!-- 3. TEXTO DE CONCLUSAO E CPF: Roboto Regular #000000 -->
          <a:p>
            <a:pPr algn="ctr">
              <a:spcBfr>
                <a:spcPts val="450"/>
              </a:spcBfr>
            </a:pPr>
            <a:r>
              <a:rPr lang="pt-BR" sz="1200" b="0">
                <a:solidFill>
                  <a:srgbClr val="000000"/>
                </a:solidFill>
                <a:latin typeface="Roboto"/>
              </a:rPr>
              <a:t>portador(a) do CPF {{CPF}}, completou com aprovação no período de {{DATA}} na cidade de {{LOCAL}}, o treinamento de:</a:t>
            </a:r>
          </a:p>
          <!-- 4. NOME DO CURSO: Roboto Bold #64268A -->
          <a:p>
            <a:pPr algn="ctr">
              <a:spcBfr>
                <a:spcPts val="500"/>
              </a:spcBfr>
            </a:pPr>
            <a:r>
              <a:rPr lang="pt-BR" sz="1600" b="1">
                <a:solidFill>
                  <a:srgbClr val="64268A"/>
                </a:solidFill>
                <a:latin typeface="Roboto"/>
              </a:rPr>
              <a:t>{{CURSO}}</a:t>
            </a:r>
          </a:p>
          <!-- 5. DESCRICAO / APROVEITAMENTO: Roboto Regular #374151 -->
          <a:p>
            <a:pPr algn="just">
              <a:spcBfr>
                <a:spcPts val="400"/>
              </a:spcBfr>
            </a:pPr>
            <a:r>
              <a:rPr lang="pt-BR" sz="1050" b="0">
                <a:solidFill>
                  <a:srgbClr val="374151"/>
                </a:solidFill>
                <a:latin typeface="Roboto"/>
              </a:rPr>
              <a:t>{{DESCRICAO}}</a:t>
            </a:r>
          </a:p>
          <!-- 6. LOCAL E DATA: Roboto Regular #000000 -->
          <a:p>
            <a:pPr algn="ctr">
              <a:spcBfr>
                <a:spcPts val="500"/>
              </a:spcBfr>
            </a:pPr>
            <a:r>
              <a:rPr lang="pt-BR" sz="1150" b="0">
                <a:solidFill>
                  <a:srgbClr val="000000"/>
                </a:solidFill>
                <a:latin typeface="Roboto"/>
              </a:rPr>
              <a:t>{{LOCAL}}, Brasil, {{DATA}}.</a:t>
            </a:r>
          </a:p>
        </p:txBody>
      </p:sp>
      <!-- ================= 3 ASSINATURAS EM LATO BOLD COR #64268A ================= -->
      <!-- 1. Eider Gomes (rId4) -->
      <p:pic>
        <p:nvPicPr>
          <p:cNvPr id="5" name="Sig Ei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000" y="5200000"/>
            <a:ext cx="1600000" cy="550000"/>
          </a:xfrm>
          <a:prstGeom prst="rect">
            <a:avLst/>
          </a:prstGeom>
        </p:spPr>
      </p:pic>
      <!-- Eider Linha e Texto -->
      <p:sp>
        <p:nvSpPr>
          <p:cNvPr id="6" name="Texto Eider"/>
          <p:cNvSpPr/>
          <p:nvPr/>
        </p:nvSpPr>
        <p:spPr>
          <a:xfrm>
            <a:off x="1200000" y="5750000"/>
            <a:ext cx="2400000" cy="1200000"/>
          </a:xfrm>
          <a:prstGeom prst="rect">
            <a:avLst/>
          </a:prstGeom>
          <a:noFill/>
          <a:ln w="12700">
            <a:solidFill>
              <a:srgbClr val="64268A"/>
            </a:solidFill>
          </a:ln>
        </p:spPr>
        <p:txBody>
          <a:bodyPr vert="horz" lIns="0" tIns="50000" rIns="0" bIns="0" anchor="t"/>
          <a:lstStyle/>
          <a:p>
            <a:pPr algn="ctr"/>
            <a:r>
              <a:rPr lang="pt-BR" sz="950" b="1">
                <a:solidFill>
                  <a:srgbClr val="64268A"/>
                </a:solidFill>
                <a:latin typeface="Lato"/>
              </a:rPr>
              <a:t>RESPONSAVEL TÉCNICO</a:t>
            </a:r>
          </a:p>
          <a:p>
            <a:pPr algn="ctr"/>
            <a:r>
              <a:rPr lang="pt-BR" sz="900" b="1">
                <a:solidFill>
                  <a:srgbClr val="64268A"/>
                </a:solidFill>
                <a:latin typeface="Lato"/>
              </a:rPr>
              <a:t>Eider Gomes do Nascimento</a:t>
            </a:r>
          </a:p>
          <a:p>
            <a:pPr algn="ctr"/>
            <a:r>
              <a:rPr lang="pt-BR" sz="850" b="1">
                <a:solidFill>
                  <a:srgbClr val="64268A"/>
                </a:solidFill>
                <a:latin typeface="Lato"/>
              </a:rPr>
              <a:t>Registro: MTE0009995/RN</a:t>
            </a:r>
          </a:p>
        </p:txBody>
      </p:sp>
      <!-- 2. Aluno (PENDENTE) -->
      <p:sp>
        <p:nvSpPr>
          <p:cNvPr id="7" name="Texto Aluno"/>
          <p:cNvSpPr/>
          <p:nvPr/>
        </p:nvSpPr>
        <p:spPr>
          <a:xfrm>
            <a:off x="4144668" y="5750000"/>
            <a:ext cx="2400000" cy="1200000"/>
          </a:xfrm>
          <a:prstGeom prst="rect">
            <a:avLst/>
          </a:prstGeom>
          <a:noFill/>
          <a:ln w="12700">
            <a:solidFill>
              <a:srgbClr val="64268A"/>
            </a:solidFill>
          </a:ln>
        </p:spPr>
        <p:txBody>
          <a:bodyPr vert="horz" lIns="0" tIns="50000" rIns="0" bIns="0" anchor="t"/>
          <a:lstStyle/>
          <a:p>
            <a:pPr algn="ctr"/>
            <a:r>
              <a:rPr lang="pt-BR" sz="950" b="1">
                <a:solidFill>
                  <a:srgbClr val="64268A"/>
                </a:solidFill>
                <a:latin typeface="Lato"/>
              </a:rPr>
              <a:t>ALUNO: </a:t>
            </a:r>
            <a:r>
              <a:rPr lang="pt-BR" sz="900" b="1">
                <a:solidFill>
                  <a:srgbClr val="64268A"/>
                </a:solidFill>
                <a:latin typeface="Lato"/>
              </a:rPr>
              <a:t>{{NOME_ALUNO}}</a:t>
            </a:r>
          </a:p>
        </p:txBody>
      </p:sp>
      <!-- 3. Instrutor (rId5) -->
      <p:pic>
        <p:nvPicPr>
          <p:cNvPr id="8" name="Sig Instru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000" y="5200000"/>
            <a:ext cx="1600000" cy="550000"/>
          </a:xfrm>
          <a:prstGeom prst="rect">
            <a:avLst/>
          </a:prstGeom>
        </p:spPr>
      </p:pic>
      <!-- Instrutor Linha e Texto -->
      <p:sp>
        <p:nvSpPr>
          <p:cNvPr id="9" name="Texto Instrutor"/>
          <p:cNvSpPr/>
          <p:nvPr/>
        </p:nvSpPr>
        <p:spPr>
          <a:xfrm>
            <a:off x="7100000" y="5750000"/>
            <a:ext cx="2400000" cy="1200000"/>
          </a:xfrm>
          <a:prstGeom prst="rect">
            <a:avLst/>
          </a:prstGeom>
          <a:noFill/>
          <a:ln w="12700">
            <a:solidFill>
              <a:srgbClr val="64268A"/>
            </a:solidFill>
          </a:ln>
        </p:spPr>
        <p:txBody>
          <a:bodyPr vert="horz" lIns="0" tIns="50000" rIns="0" bIns="0" anchor="t"/>
          <a:lstStyle/>
          <a:p>
            <a:pPr algn="ctr"/>
            <a:r>
              <a:rPr lang="pt-BR" sz="950" b="1">
                <a:solidFill>
                  <a:srgbClr val="64268A"/>
                </a:solidFill>
                <a:latin typeface="Lato"/>
              </a:rPr>
              <a:t>INSTRUTOR:</a:t>
            </a:r>
          </a:p>
          <a:p>
            <a:pPr algn="ctr"/>
            <a:r>
              <a:rPr lang="pt-BR" sz="900" b="1">
                <a:solidFill>
                  <a:srgbClr val="64268A"/>
                </a:solidFill>
                <a:latin typeface="Lato"/>
              </a:rPr>
              <a:t>{{INSTRUTOR}}</a:t>
            </a:r>
          </a:p>
          <a:p>
            <a:pPr algn="ctr"/>
            <a:r>
              <a:rPr lang="pt-BR" sz="850" b="1">
                <a:solidFill>
                  <a:srgbClr val="64268A"/>
                </a:solidFill>
                <a:latin typeface="Lato"/>
              </a:rPr>
              <a:t>{{REGISTRO_INSTRUTOR}}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_frent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777240"/>
            <a:ext cx="849477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4155"/>
                </a:solidFill>
                <a:latin typeface="Arial"/>
              </a:defRPr>
            </a:pPr>
            <a:r>
              <a:t>Programa: {{CURSO}}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Carga horária: {{CARGA_HORARIA}}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849477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000000"/>
                </a:solidFill>
                <a:latin typeface="Arial"/>
              </a:defRPr>
            </a:pPr>
            <a:r>
              <a:t>{{CONTEUDO}}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309360"/>
            <a:ext cx="849477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rial"/>
              </a:defRPr>
            </a:pPr>
            <a:r>
              <a:t>ECOSAFETY</a:t>
            </a:r>
            <a:br/>
            <a:r>
              <a:t>CNPJ 50.710.500/0001-95</a:t>
            </a:r>
            <a:br/>
            <a:r>
              <a:t>ESSE TREINAMENTO TEM VALIDADE DE {{VALIDADE}}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