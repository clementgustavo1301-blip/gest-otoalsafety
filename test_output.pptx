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30"/>
  </p:notesMasterIdLst>
  <p:handoutMasterIdLst>
    <p:handoutMasterId r:id="rId31"/>
  </p:handoutMasterIdLst>
  <p:sldIdLst>
    <p:sldId id="400" r:id="rId100"/>
    <p:sldId id="401" r:id="rId101"/>
    <p:sldId id="402" r:id="rId102"/>
    <p:sldId id="403" r:id="rId103"/>
  </p:sldIdLst>
  <p:sldSz cx="33413700" cy="23622000"/>
  <p:notesSz cx="6858000" cy="9144000"/>
  <p:embeddedFontLst>
    <p:embeddedFont>
      <p:font typeface="Calibri" panose="020F0502020204030204" pitchFamily="34" charset="0"/>
      <p:regular r:id="rId32"/>
      <p:bold r:id="rId33"/>
      <p:italic r:id="rId34"/>
      <p:boldItalic r:id="rId35"/>
    </p:embeddedFont>
    <p:embeddedFont>
      <p:font typeface="Montserrat SemiBold" panose="020B0604020202020204" charset="0"/>
      <p:regular r:id="rId36"/>
      <p:bold r:id="rId37"/>
      <p:italic r:id="rId38"/>
      <p:boldItalic r:id="rId39"/>
    </p:embeddedFont>
    <p:embeddedFont>
      <p:font typeface="Montserrat" panose="020B060402020202020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32" d="100"/>
          <a:sy n="32" d="100"/>
        </p:scale>
        <p:origin x="1398" y="4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9" Type="http://schemas.openxmlformats.org/officeDocument/2006/relationships/font" Target="fonts/font8.fntdata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36" Type="http://schemas.openxmlformats.org/officeDocument/2006/relationships/font" Target="fonts/font5.fntdata"/><Relationship Id="rId31" Type="http://schemas.openxmlformats.org/officeDocument/2006/relationships/handoutMaster" Target="handoutMasters/handoutMaster1.xml"/><Relationship Id="rId44" Type="http://schemas.openxmlformats.org/officeDocument/2006/relationships/presProps" Target="presProps.xml"/><Relationship Id="rId30" Type="http://schemas.openxmlformats.org/officeDocument/2006/relationships/notesMaster" Target="notesMasters/notesMaster1.xml"/><Relationship Id="rId35" Type="http://schemas.openxmlformats.org/officeDocument/2006/relationships/font" Target="fonts/font4.fntdata"/><Relationship Id="rId43" Type="http://schemas.openxmlformats.org/officeDocument/2006/relationships/font" Target="fonts/font12.fntdata"/><Relationship Id="rId100" Type="http://schemas.openxmlformats.org/officeDocument/2006/relationships/slide" Target="slides/slide1.xml"/><Relationship Id="rId101" Type="http://schemas.openxmlformats.org/officeDocument/2006/relationships/slide" Target="slides/slide2.xml"/><Relationship Id="rId102" Type="http://schemas.openxmlformats.org/officeDocument/2006/relationships/slide" Target="slides/slide3.xml"/><Relationship Id="rId103" Type="http://schemas.openxmlformats.org/officeDocument/2006/relationships/slide" Target="slides/slide4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45DF35-9119-4FEB-911E-B9EBE7AA0AF6}" type="datetimeFigureOut">
              <a:rPr lang="pt-BR" smtClean="0"/>
              <a:t>07/08/2026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71AC05C-93B5-4812-9912-FDA5A5EE9D10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5824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1447133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João da Silva Santos</a:t>
            </a:r>
            <a:endParaRPr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07/08/2026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772752" y="14617541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19607362" y="14617541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Empresa Teste LTDA</a:t>
            </a: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3991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João da Silva Santos</a:t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123.456.789-00</a:t>
            </a:r>
            <a:endParaRPr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43430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7970067" y="7700537"/>
            <a:ext cx="17640600" cy="1013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João da Silva Santos </a:t>
            </a:r>
            <a:r>
              <a:rPr lang="en-US" sz="4705" b="1" dirty="0" err="1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r>
              <a:rPr lang="en-US" sz="4705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/>
            </a:r>
            <a:endParaRPr lang="en-US" sz="4800" b="1" dirty="0">
              <a:solidFill>
                <a:schemeClr val="dk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6" name="Google Shape;86;p13"/>
          <p:cNvSpPr txBox="1"/>
          <p:nvPr/>
        </p:nvSpPr>
        <p:spPr>
          <a:xfrm>
            <a:off x="7207875" y="11019546"/>
            <a:ext cx="20103136" cy="17235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Sobre uso e guarda de EPI conforme exigências da </a:t>
            </a:r>
          </a:p>
          <a:p>
            <a:pPr algn="ctr">
              <a:lnSpc>
                <a:spcPct val="139988"/>
              </a:lnSpc>
            </a:pPr>
            <a:r>
              <a:rPr lang="pt-BR" sz="4000" b="1" dirty="0">
                <a:solidFill>
                  <a:schemeClr val="tx1"/>
                </a:solidFill>
                <a:latin typeface="Montserrat"/>
                <a:ea typeface="Montserrat"/>
                <a:cs typeface="Montserrat"/>
                <a:sym typeface="Montserrat"/>
              </a:rPr>
              <a:t>Norma Regulamentadora - NR 06</a:t>
            </a:r>
            <a:endParaRPr dirty="0"/>
          </a:p>
        </p:txBody>
      </p:sp>
      <p:sp>
        <p:nvSpPr>
          <p:cNvPr id="87" name="Google Shape;87;p13"/>
          <p:cNvSpPr txBox="1"/>
          <p:nvPr/>
        </p:nvSpPr>
        <p:spPr>
          <a:xfrm>
            <a:off x="7207875" y="14733100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3998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07/08/2026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8" name="Google Shape;88;p13"/>
          <p:cNvSpPr txBox="1"/>
          <p:nvPr/>
        </p:nvSpPr>
        <p:spPr>
          <a:xfrm>
            <a:off x="12472575" y="14617541"/>
            <a:ext cx="5264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dirty="0">
                <a:solidFill>
                  <a:srgbClr val="0E0E0E"/>
                </a:solidFill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3"/>
          <p:cNvSpPr txBox="1"/>
          <p:nvPr/>
        </p:nvSpPr>
        <p:spPr>
          <a:xfrm>
            <a:off x="20729139" y="14617541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1" name="Google Shape;91;p13"/>
          <p:cNvSpPr txBox="1"/>
          <p:nvPr/>
        </p:nvSpPr>
        <p:spPr>
          <a:xfrm>
            <a:off x="6676291" y="19348444"/>
            <a:ext cx="8728811" cy="13788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ctr">
              <a:lnSpc>
                <a:spcPct val="139918"/>
              </a:lnSpc>
            </a:pP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João da Silva Santos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/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 </a:t>
            </a:r>
            <a:r>
              <a:rPr lang="en-US" sz="3200" b="1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/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/>
            </a:r>
            <a:b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</a:b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  <a:sym typeface="Montserrat"/>
              </a:rPr>
              <a:t>CPF: </a:t>
            </a:r>
            <a:r>
              <a:rPr lang="en-US" sz="32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Montserrat"/>
                <a:ea typeface="Montserrat"/>
                <a:cs typeface="Montserrat"/>
                <a:sym typeface="Montserrat"/>
              </a:rPr>
              <a:t>123.456.789-00</a:t>
            </a:r>
          </a:p>
        </p:txBody>
      </p:sp>
      <p:pic>
        <p:nvPicPr>
          <p:cNvPr id="2" name="Imagem 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607362" y="18859033"/>
            <a:ext cx="6003305" cy="2357662"/>
          </a:xfrm>
          <a:prstGeom prst="rect">
            <a:avLst/>
          </a:prstGeom>
        </p:spPr>
      </p:pic>
      <p:sp>
        <p:nvSpPr>
          <p:cNvPr id="4" name="Google Shape;89;p13">
            <a:extLst>
              <a:ext uri="{FF2B5EF4-FFF2-40B4-BE49-F238E27FC236}">
                <a16:creationId xmlns:a16="http://schemas.microsoft.com/office/drawing/2014/main" xmlns="" id="{9C8D90A7-5BC6-93F6-C636-80DB371E0DD5}"/>
              </a:ext>
            </a:extLst>
          </p:cNvPr>
          <p:cNvSpPr txBox="1"/>
          <p:nvPr/>
        </p:nvSpPr>
        <p:spPr>
          <a:xfrm>
            <a:off x="19607362" y="14555829"/>
            <a:ext cx="9299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dirty="0">
                <a:latin typeface="Montserrat"/>
                <a:ea typeface="Montserrat"/>
                <a:cs typeface="Montserrat"/>
                <a:sym typeface="Montserrat"/>
              </a:rPr>
              <a:t>Empresa Teste LTDA</a:t>
            </a:r>
            <a:endParaRPr sz="3200" dirty="0">
              <a:latin typeface="Montserrat"/>
              <a:ea typeface="Montserrat"/>
              <a:cs typeface="Montserrat"/>
              <a:sym typeface="Montserrat"/>
            </a:endParaRPr>
          </a:p>
        </p:txBody>
      </p:sp>
    </p:spTree>
    <p:extLst>
      <p:ext uri="{BB962C8B-B14F-4D97-AF65-F5344CB8AC3E}">
        <p14:creationId xmlns:p14="http://schemas.microsoft.com/office/powerpoint/2010/main" val="39307051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613878"/>
            <a:ext cx="8952069" cy="631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Empresa Teste LTDA</a:t>
            </a:r>
          </a:p>
        </p:txBody>
      </p:sp>
      <p:sp>
        <p:nvSpPr>
          <p:cNvPr id="101" name="Google Shape;101;p14"/>
          <p:cNvSpPr txBox="1"/>
          <p:nvPr/>
        </p:nvSpPr>
        <p:spPr>
          <a:xfrm>
            <a:off x="4251158" y="9591045"/>
            <a:ext cx="7146185" cy="543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50237" y="10352984"/>
            <a:ext cx="5842579" cy="674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07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/08/2026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064442" y="12036260"/>
            <a:ext cx="6332901" cy="674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João da Silva Santos</a:t>
            </a: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123.456.789-00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</p:spTree>
    <p:extLst>
      <p:ext uri="{BB962C8B-B14F-4D97-AF65-F5344CB8AC3E}">
        <p14:creationId xmlns:p14="http://schemas.microsoft.com/office/powerpoint/2010/main" val="27555458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/>
          <p:nvPr/>
        </p:nvSpPr>
        <p:spPr>
          <a:xfrm>
            <a:off x="6200754" y="15729547"/>
            <a:ext cx="8133600" cy="2154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9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Adeylton</a:t>
            </a:r>
            <a:r>
              <a:rPr lang="en-US" sz="3600" b="1" i="0" u="none" strike="noStrike" cap="none" dirty="0">
                <a:solidFill>
                  <a:srgbClr val="2A373F"/>
                </a:solidFill>
              </a:rPr>
              <a:t> da Silva </a:t>
            </a:r>
            <a:r>
              <a:rPr lang="en-US" sz="3600" b="1" i="0" u="none" strike="noStrike" cap="none" dirty="0" err="1">
                <a:solidFill>
                  <a:srgbClr val="2A373F"/>
                </a:solidFill>
              </a:rPr>
              <a:t>Araújo</a:t>
            </a:r>
            <a:endParaRPr sz="3600" b="1" dirty="0"/>
          </a:p>
          <a:p>
            <a:pPr marL="0" marR="0" lvl="0" indent="0" algn="l" rtl="0">
              <a:lnSpc>
                <a:spcPct val="14009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Técnico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em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Segurança</a:t>
            </a:r>
            <a:r>
              <a:rPr lang="en-US" sz="3200" b="1" i="0" u="none" strike="noStrike" cap="none" dirty="0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 do </a:t>
            </a:r>
            <a:r>
              <a:rPr lang="en-US" sz="3200" b="1" i="0" u="none" strike="noStrike" cap="none" dirty="0" err="1">
                <a:solidFill>
                  <a:srgbClr val="00B05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Trabalho</a:t>
            </a:r>
            <a:endParaRPr sz="3200" b="1" dirty="0">
              <a:solidFill>
                <a:srgbClr val="00B050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  <a:p>
            <a:pPr marL="0" marR="0" lvl="0" indent="0" algn="l" rtl="0">
              <a:lnSpc>
                <a:spcPct val="14007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i="0" u="none" strike="noStrike" cap="none" dirty="0">
                <a:solidFill>
                  <a:srgbClr val="494949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SRTE N° 0009823/RN</a:t>
            </a:r>
            <a:endParaRPr sz="3200" dirty="0"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4356159" y="7850478"/>
            <a:ext cx="7295778" cy="76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Treinamento de NR - 06</a:t>
            </a:r>
          </a:p>
        </p:txBody>
      </p:sp>
      <p:sp>
        <p:nvSpPr>
          <p:cNvPr id="100" name="Google Shape;100;p14"/>
          <p:cNvSpPr txBox="1"/>
          <p:nvPr/>
        </p:nvSpPr>
        <p:spPr>
          <a:xfrm>
            <a:off x="4865531" y="8859737"/>
            <a:ext cx="9002869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3200" b="1" dirty="0">
                <a:latin typeface="Montserrat"/>
                <a:ea typeface="Montserrat"/>
                <a:cs typeface="Montserrat"/>
                <a:sym typeface="Montserrat"/>
              </a:rPr>
              <a:t>Empresa Teste LTDA</a:t>
            </a:r>
          </a:p>
        </p:txBody>
      </p:sp>
      <p:sp>
        <p:nvSpPr>
          <p:cNvPr id="101" name="Google Shape;101;p14"/>
          <p:cNvSpPr txBox="1"/>
          <p:nvPr/>
        </p:nvSpPr>
        <p:spPr>
          <a:xfrm>
            <a:off x="4251157" y="9652955"/>
            <a:ext cx="7295777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Canteiro De Obras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4652521" y="10351431"/>
            <a:ext cx="5232979" cy="674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07</a:t>
            </a: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/08/2026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5731962" y="11339337"/>
            <a:ext cx="1452900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4003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 dirty="0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1 hora</a:t>
            </a:r>
            <a:endParaRPr sz="3200" b="1" dirty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5064442" y="12017266"/>
            <a:ext cx="6332901" cy="6749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400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dirty="0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rPr>
              <a:t>João da Silva Santos</a:t>
            </a:r>
          </a:p>
        </p:txBody>
      </p:sp>
      <p:sp>
        <p:nvSpPr>
          <p:cNvPr id="105" name="Google Shape;105;p14"/>
          <p:cNvSpPr txBox="1"/>
          <p:nvPr/>
        </p:nvSpPr>
        <p:spPr>
          <a:xfrm>
            <a:off x="4042636" y="12988690"/>
            <a:ext cx="3961412" cy="38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>
              <a:lnSpc>
                <a:spcPct val="140039"/>
              </a:lnSpc>
            </a:pPr>
            <a:r>
              <a:rPr lang="en-US" sz="3200" b="1" dirty="0">
                <a:latin typeface="Montserrat"/>
                <a:ea typeface="Montserrat"/>
                <a:cs typeface="Montserrat"/>
                <a:sym typeface="Montserrat"/>
              </a:rPr>
              <a:t>123.456.789-00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xmlns="" id="{31A90F8C-A50F-56F6-6B1F-D67AFB17A276}"/>
              </a:ext>
            </a:extLst>
          </p:cNvPr>
          <p:cNvSpPr txBox="1"/>
          <p:nvPr/>
        </p:nvSpPr>
        <p:spPr>
          <a:xfrm>
            <a:off x="17409186" y="7643901"/>
            <a:ext cx="13680413" cy="6186309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pt-BR" altLang="ko-KR" sz="3600" b="1" dirty="0">
                <a:cs typeface="Arial" panose="020B0604020202020204" pitchFamily="34" charset="0"/>
              </a:rPr>
              <a:t>a) descrição do equipamento e seus componentes;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b) risco ocupacional contra o qual o EPI oferece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c) restrições e limitações de proteção;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d) forma adequada de uso e ajuste;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e) manutenção e substituição; e</a:t>
            </a:r>
          </a:p>
          <a:p>
            <a:pPr marL="250603" indent="-250603">
              <a:buFont typeface="Wingdings" panose="05000000000000000000" pitchFamily="2" charset="2"/>
              <a:buChar char="ü"/>
            </a:pPr>
            <a:endParaRPr lang="pt-BR" altLang="ko-KR" sz="3600" b="1" dirty="0">
              <a:cs typeface="Arial" panose="020B0604020202020204" pitchFamily="34" charset="0"/>
            </a:endParaRPr>
          </a:p>
          <a:p>
            <a:r>
              <a:rPr lang="pt-BR" altLang="ko-KR" sz="3600" b="1" dirty="0">
                <a:cs typeface="Arial" panose="020B0604020202020204" pitchFamily="34" charset="0"/>
              </a:rPr>
              <a:t>f) cuidados de limpeza, higienização, guarda e conservação.</a:t>
            </a:r>
          </a:p>
        </p:txBody>
      </p:sp>
    </p:spTree>
    <p:extLst>
      <p:ext uri="{BB962C8B-B14F-4D97-AF65-F5344CB8AC3E}">
        <p14:creationId xmlns:p14="http://schemas.microsoft.com/office/powerpoint/2010/main" val="2193745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253</TotalTime>
  <Words>1727</Words>
  <Application>Microsoft Office PowerPoint</Application>
  <PresentationFormat>Personalizar</PresentationFormat>
  <Paragraphs>395</Paragraphs>
  <Slides>28</Slides>
  <Notes>28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4" baseType="lpstr">
      <vt:lpstr>Calibri</vt:lpstr>
      <vt:lpstr>Montserrat SemiBold</vt:lpstr>
      <vt:lpstr>Arial</vt:lpstr>
      <vt:lpstr>Wingdings</vt:lpstr>
      <vt:lpstr>Montserrat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Cliente</dc:creator>
  <cp:lastModifiedBy>Ecoclinic</cp:lastModifiedBy>
  <cp:revision>20</cp:revision>
  <dcterms:modified xsi:type="dcterms:W3CDTF">2026-08-07T18:04:52Z</dcterms:modified>
</cp:coreProperties>
</file>